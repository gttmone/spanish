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300" r:id="rId3"/>
    <p:sldId id="301" r:id="rId4"/>
    <p:sldId id="302" r:id="rId5"/>
    <p:sldId id="303" r:id="rId6"/>
    <p:sldId id="304" r:id="rId7"/>
    <p:sldId id="270" r:id="rId8"/>
    <p:sldId id="298" r:id="rId9"/>
    <p:sldId id="274" r:id="rId10"/>
    <p:sldId id="299" r:id="rId11"/>
    <p:sldId id="275" r:id="rId12"/>
    <p:sldId id="305" r:id="rId13"/>
    <p:sldId id="276" r:id="rId14"/>
    <p:sldId id="306" r:id="rId15"/>
    <p:sldId id="278" r:id="rId16"/>
    <p:sldId id="307" r:id="rId17"/>
    <p:sldId id="279" r:id="rId18"/>
    <p:sldId id="308" r:id="rId19"/>
    <p:sldId id="271" r:id="rId20"/>
    <p:sldId id="309" r:id="rId21"/>
    <p:sldId id="281" r:id="rId22"/>
    <p:sldId id="310" r:id="rId23"/>
    <p:sldId id="280" r:id="rId24"/>
    <p:sldId id="311" r:id="rId25"/>
    <p:sldId id="282" r:id="rId26"/>
    <p:sldId id="312" r:id="rId27"/>
    <p:sldId id="283" r:id="rId28"/>
    <p:sldId id="313" r:id="rId29"/>
    <p:sldId id="284" r:id="rId30"/>
    <p:sldId id="314" r:id="rId31"/>
    <p:sldId id="285" r:id="rId32"/>
    <p:sldId id="315" r:id="rId33"/>
    <p:sldId id="273" r:id="rId34"/>
    <p:sldId id="316" r:id="rId35"/>
    <p:sldId id="286" r:id="rId36"/>
    <p:sldId id="317" r:id="rId37"/>
    <p:sldId id="287" r:id="rId38"/>
    <p:sldId id="318" r:id="rId39"/>
    <p:sldId id="288" r:id="rId40"/>
    <p:sldId id="319" r:id="rId41"/>
    <p:sldId id="289" r:id="rId42"/>
    <p:sldId id="320" r:id="rId43"/>
    <p:sldId id="290" r:id="rId44"/>
    <p:sldId id="321" r:id="rId45"/>
    <p:sldId id="291" r:id="rId46"/>
    <p:sldId id="29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69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71DCD-EF07-F197-7700-509156518221}" v="2" dt="2022-05-30T16:35:46.345"/>
    <p1510:client id="{7DE680F7-467F-E102-CA22-EDEACFD36D31}" v="1235" dt="2022-06-02T19:58:20.877"/>
    <p1510:client id="{8613C8F5-0B41-5783-4EEB-9AB0D266DB16}" v="275" dt="2022-05-30T17:26:56.105"/>
    <p1510:client id="{9BEA7524-E2C3-4013-92D5-75C1EF3D60A8}" v="358" dt="2022-05-08T19:46:21.847"/>
    <p1510:client id="{F4047DB5-B6C6-C2DB-3804-33479C22EF6A}" v="548" dt="2022-05-30T16:32:22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48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76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48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0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71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66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062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2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07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0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2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6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48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E19F14-9CB0-DE69-0B34-704B859D74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05920-D878-7E03-F637-0969354BF2E2}"/>
              </a:ext>
            </a:extLst>
          </p:cNvPr>
          <p:cNvSpPr txBox="1"/>
          <p:nvPr/>
        </p:nvSpPr>
        <p:spPr>
          <a:xfrm>
            <a:off x="451757" y="279400"/>
            <a:ext cx="11805557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-</a:t>
            </a:r>
            <a:r>
              <a:rPr lang="en-US" sz="4000" dirty="0" err="1">
                <a:solidFill>
                  <a:schemeClr val="bg1"/>
                </a:solidFill>
              </a:rPr>
              <a:t>Здравейте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скъпи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зрители</a:t>
            </a:r>
            <a:r>
              <a:rPr lang="en-US" sz="4000" dirty="0">
                <a:solidFill>
                  <a:schemeClr val="bg1"/>
                </a:solidFill>
              </a:rPr>
              <a:t>! </a:t>
            </a:r>
            <a:r>
              <a:rPr lang="en-US" sz="4000" dirty="0" err="1">
                <a:solidFill>
                  <a:schemeClr val="bg1"/>
                </a:solidFill>
              </a:rPr>
              <a:t>Днес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събираме</a:t>
            </a:r>
            <a:r>
              <a:rPr lang="en-US" sz="4000" dirty="0">
                <a:solidFill>
                  <a:schemeClr val="bg1"/>
                </a:solidFill>
              </a:rPr>
              <a:t> в </a:t>
            </a:r>
            <a:r>
              <a:rPr lang="en-US" sz="4000" dirty="0" err="1">
                <a:solidFill>
                  <a:schemeClr val="bg1"/>
                </a:solidFill>
              </a:rPr>
              <a:t>любимото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всички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предаване</a:t>
            </a:r>
            <a:r>
              <a:rPr lang="en-US" sz="4000" dirty="0">
                <a:solidFill>
                  <a:schemeClr val="bg1"/>
                </a:solidFill>
              </a:rPr>
              <a:t>: "</a:t>
            </a:r>
            <a:r>
              <a:rPr lang="en-US" sz="4000" dirty="0" err="1">
                <a:solidFill>
                  <a:schemeClr val="bg1"/>
                </a:solidFill>
              </a:rPr>
              <a:t>Семейни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войни</a:t>
            </a:r>
            <a:r>
              <a:rPr lang="en-US" sz="4000" dirty="0">
                <a:solidFill>
                  <a:schemeClr val="bg1"/>
                </a:solidFill>
              </a:rPr>
              <a:t>"! </a:t>
            </a:r>
            <a:r>
              <a:rPr lang="en-US" sz="4000" dirty="0" err="1">
                <a:solidFill>
                  <a:schemeClr val="bg1"/>
                </a:solidFill>
              </a:rPr>
              <a:t>Правилата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играта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прости</a:t>
            </a:r>
            <a:r>
              <a:rPr lang="en-US" sz="4000" dirty="0">
                <a:solidFill>
                  <a:schemeClr val="bg1"/>
                </a:solidFill>
              </a:rPr>
              <a:t> - </a:t>
            </a:r>
            <a:r>
              <a:rPr lang="en-US" sz="4000" dirty="0" err="1">
                <a:solidFill>
                  <a:schemeClr val="bg1"/>
                </a:solidFill>
              </a:rPr>
              <a:t>има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три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въпроса</a:t>
            </a:r>
            <a:r>
              <a:rPr lang="en-US" sz="4000" dirty="0">
                <a:solidFill>
                  <a:schemeClr val="bg1"/>
                </a:solidFill>
              </a:rPr>
              <a:t> с </a:t>
            </a:r>
            <a:r>
              <a:rPr lang="en-US" sz="4000" dirty="0" err="1">
                <a:solidFill>
                  <a:schemeClr val="bg1"/>
                </a:solidFill>
              </a:rPr>
              <a:t>три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отговора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Всеки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участник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трябва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отговори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правилно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въпроса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dirty="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премине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към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следващия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Сега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ще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запознаем</a:t>
            </a:r>
            <a:r>
              <a:rPr lang="en-US" sz="4000" dirty="0">
                <a:solidFill>
                  <a:schemeClr val="bg1"/>
                </a:solidFill>
              </a:rPr>
              <a:t> с </a:t>
            </a:r>
            <a:r>
              <a:rPr lang="en-US" sz="4000" dirty="0" err="1">
                <a:solidFill>
                  <a:schemeClr val="bg1"/>
                </a:solidFill>
              </a:rPr>
              <a:t>участниците</a:t>
            </a:r>
            <a:r>
              <a:rPr lang="en-US" sz="4000" dirty="0">
                <a:solidFill>
                  <a:schemeClr val="bg1"/>
                </a:solidFill>
              </a:rPr>
              <a:t>...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Здравейте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!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съм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Вяра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19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години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съм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уча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бизнес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в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университет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в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Холандия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Когато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имам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свободно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време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излизам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с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приятелите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+mn-lt"/>
                <a:cs typeface="+mn-lt"/>
              </a:rPr>
              <a:t>си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7447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83892F-F4C8-536C-8C77-C99EA9CCC1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3FBB2-9F4B-C7D6-2D02-8603205C805F}"/>
              </a:ext>
            </a:extLst>
          </p:cNvPr>
          <p:cNvSpPr txBox="1"/>
          <p:nvPr/>
        </p:nvSpPr>
        <p:spPr>
          <a:xfrm>
            <a:off x="361043" y="88900"/>
            <a:ext cx="11678557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- </a:t>
            </a:r>
            <a:r>
              <a:rPr lang="en-US" sz="4000" err="1">
                <a:solidFill>
                  <a:schemeClr val="bg1"/>
                </a:solidFill>
              </a:rPr>
              <a:t>Здравейте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казвам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Благовест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25 </a:t>
            </a:r>
            <a:r>
              <a:rPr lang="en-US" sz="4000" err="1">
                <a:solidFill>
                  <a:schemeClr val="bg1"/>
                </a:solidFill>
              </a:rPr>
              <a:t>години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err="1">
                <a:solidFill>
                  <a:schemeClr val="bg1"/>
                </a:solidFill>
              </a:rPr>
              <a:t>Като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професия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тествам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нови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видеоигри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преди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бъдат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пуснати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пазара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за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открия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проблеми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ги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отстраня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- И </a:t>
            </a:r>
            <a:r>
              <a:rPr lang="en-US" sz="4000" err="1">
                <a:solidFill>
                  <a:schemeClr val="bg1"/>
                </a:solidFill>
              </a:rPr>
              <a:t>така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изкарвате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достатъчно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пари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за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живеете</a:t>
            </a:r>
            <a:r>
              <a:rPr lang="en-US" sz="4000" dirty="0">
                <a:solidFill>
                  <a:schemeClr val="bg1"/>
                </a:solidFill>
              </a:rPr>
              <a:t>? 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-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вярно</a:t>
            </a:r>
            <a:r>
              <a:rPr lang="en-US" sz="4000" dirty="0">
                <a:solidFill>
                  <a:schemeClr val="bg1"/>
                </a:solidFill>
              </a:rPr>
              <a:t> е, </a:t>
            </a:r>
            <a:r>
              <a:rPr lang="en-US" sz="4000" err="1">
                <a:solidFill>
                  <a:schemeClr val="bg1"/>
                </a:solidFill>
              </a:rPr>
              <a:t>че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изкарвам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достатъчно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пари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но</a:t>
            </a:r>
            <a:r>
              <a:rPr lang="en-US" sz="4000" dirty="0">
                <a:solidFill>
                  <a:schemeClr val="bg1"/>
                </a:solidFill>
              </a:rPr>
              <a:t> в </a:t>
            </a:r>
            <a:r>
              <a:rPr lang="en-US" sz="4000" err="1">
                <a:solidFill>
                  <a:schemeClr val="bg1"/>
                </a:solidFill>
              </a:rPr>
              <a:t>Япония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където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живея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всичко</a:t>
            </a:r>
            <a:r>
              <a:rPr lang="en-US" sz="4000" dirty="0">
                <a:solidFill>
                  <a:schemeClr val="bg1"/>
                </a:solidFill>
              </a:rPr>
              <a:t> е </a:t>
            </a:r>
            <a:r>
              <a:rPr lang="en-US" sz="4000" err="1">
                <a:solidFill>
                  <a:schemeClr val="bg1"/>
                </a:solidFill>
              </a:rPr>
              <a:t>по-скъпо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err="1">
                <a:solidFill>
                  <a:schemeClr val="bg1"/>
                </a:solidFill>
              </a:rPr>
              <a:t>понякога</a:t>
            </a:r>
            <a:r>
              <a:rPr lang="en-US" sz="4000" dirty="0">
                <a:solidFill>
                  <a:schemeClr val="bg1"/>
                </a:solidFill>
              </a:rPr>
              <a:t> е </a:t>
            </a:r>
            <a:r>
              <a:rPr lang="en-US" sz="4000" err="1">
                <a:solidFill>
                  <a:schemeClr val="bg1"/>
                </a:solidFill>
              </a:rPr>
              <a:t>трудно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купиш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това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от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което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имаш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нужда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err="1">
                <a:solidFill>
                  <a:schemeClr val="bg1"/>
                </a:solidFill>
              </a:rPr>
              <a:t>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за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мен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парите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нямат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значение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ако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правя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това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което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ми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харесва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94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E2548C-50F9-950E-DB64-D37F9E60EE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81547-3018-C6AC-2739-3B65E44D1E16}"/>
              </a:ext>
            </a:extLst>
          </p:cNvPr>
          <p:cNvSpPr txBox="1"/>
          <p:nvPr/>
        </p:nvSpPr>
        <p:spPr>
          <a:xfrm>
            <a:off x="197757" y="1141186"/>
            <a:ext cx="11805557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- </a:t>
            </a:r>
            <a:r>
              <a:rPr lang="en-US" sz="4000" dirty="0" err="1">
                <a:solidFill>
                  <a:schemeClr val="bg1"/>
                </a:solidFill>
              </a:rPr>
              <a:t>Здравейте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аз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Преслав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22 </a:t>
            </a:r>
            <a:r>
              <a:rPr lang="en-US" sz="4000" dirty="0" err="1">
                <a:solidFill>
                  <a:schemeClr val="bg1"/>
                </a:solidFill>
              </a:rPr>
              <a:t>години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dirty="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от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София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Бера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ягоди</a:t>
            </a:r>
            <a:r>
              <a:rPr lang="en-US" sz="4000" dirty="0">
                <a:solidFill>
                  <a:schemeClr val="bg1"/>
                </a:solidFill>
              </a:rPr>
              <a:t> в </a:t>
            </a:r>
            <a:r>
              <a:rPr lang="en-US" sz="4000" dirty="0" err="1">
                <a:solidFill>
                  <a:schemeClr val="bg1"/>
                </a:solidFill>
              </a:rPr>
              <a:t>Англия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dirty="0" err="1">
                <a:solidFill>
                  <a:schemeClr val="bg1"/>
                </a:solidFill>
              </a:rPr>
              <a:t>през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свободното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си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време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обичам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ги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ям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err="1">
                <a:solidFill>
                  <a:schemeClr val="bg1"/>
                </a:solidFill>
              </a:rPr>
              <a:t>Добре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преминем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към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другия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отбор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err="1">
                <a:solidFill>
                  <a:schemeClr val="bg1"/>
                </a:solidFill>
              </a:rPr>
              <a:t>Представете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- </a:t>
            </a:r>
            <a:r>
              <a:rPr lang="en-US" sz="4000" err="1">
                <a:solidFill>
                  <a:schemeClr val="bg1"/>
                </a:solidFill>
              </a:rPr>
              <a:t>Здравейте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казвам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Мария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на</a:t>
            </a:r>
            <a:r>
              <a:rPr lang="en-US" sz="4000" dirty="0">
                <a:solidFill>
                  <a:schemeClr val="bg1"/>
                </a:solidFill>
              </a:rPr>
              <a:t> 20 </a:t>
            </a:r>
            <a:r>
              <a:rPr lang="en-US" sz="4000" err="1">
                <a:solidFill>
                  <a:schemeClr val="bg1"/>
                </a:solidFill>
              </a:rPr>
              <a:t>години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err="1">
                <a:solidFill>
                  <a:schemeClr val="bg1"/>
                </a:solidFill>
              </a:rPr>
              <a:t>Аз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продавачка</a:t>
            </a:r>
            <a:r>
              <a:rPr lang="en-US" sz="4000" dirty="0">
                <a:solidFill>
                  <a:schemeClr val="bg1"/>
                </a:solidFill>
              </a:rPr>
              <a:t> в </a:t>
            </a:r>
            <a:r>
              <a:rPr lang="en-US" sz="4000" err="1">
                <a:solidFill>
                  <a:schemeClr val="bg1"/>
                </a:solidFill>
              </a:rPr>
              <a:t>супермаркет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err="1">
                <a:solidFill>
                  <a:schemeClr val="bg1"/>
                </a:solidFill>
              </a:rPr>
              <a:t>Тук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съм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за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се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забавлявам</a:t>
            </a:r>
            <a:r>
              <a:rPr lang="en-US" sz="4000" dirty="0">
                <a:solidFill>
                  <a:schemeClr val="bg1"/>
                </a:solidFill>
              </a:rPr>
              <a:t> и, </a:t>
            </a:r>
            <a:r>
              <a:rPr lang="en-US" sz="4000" err="1">
                <a:solidFill>
                  <a:schemeClr val="bg1"/>
                </a:solidFill>
              </a:rPr>
              <a:t>ако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имам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късмет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err="1">
                <a:solidFill>
                  <a:schemeClr val="bg1"/>
                </a:solidFill>
              </a:rPr>
              <a:t>да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err="1">
                <a:solidFill>
                  <a:schemeClr val="bg1"/>
                </a:solidFill>
              </a:rPr>
              <a:t>спечеля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250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CAA6DC-D63E-D3AF-4498-81250C704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F6E46-E536-0AFE-6EED-66577481850B}"/>
              </a:ext>
            </a:extLst>
          </p:cNvPr>
          <p:cNvSpPr txBox="1"/>
          <p:nvPr/>
        </p:nvSpPr>
        <p:spPr>
          <a:xfrm>
            <a:off x="342900" y="261257"/>
            <a:ext cx="11551557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- </a:t>
            </a:r>
            <a:r>
              <a:rPr lang="en-US" sz="2800" dirty="0" err="1">
                <a:solidFill>
                  <a:srgbClr val="FFFFFF"/>
                </a:solidFill>
              </a:rPr>
              <a:t>Здравейте</a:t>
            </a:r>
            <a:r>
              <a:rPr lang="en-US" sz="2800" dirty="0">
                <a:solidFill>
                  <a:srgbClr val="FFFFFF"/>
                </a:solidFill>
              </a:rPr>
              <a:t>, </a:t>
            </a:r>
            <a:r>
              <a:rPr lang="en-US" sz="2800" dirty="0" err="1">
                <a:solidFill>
                  <a:srgbClr val="FFFFFF"/>
                </a:solidFill>
              </a:rPr>
              <a:t>казвам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се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Евгения</a:t>
            </a:r>
            <a:r>
              <a:rPr lang="en-US" sz="2800" dirty="0">
                <a:solidFill>
                  <a:srgbClr val="FFFFFF"/>
                </a:solidFill>
              </a:rPr>
              <a:t> и </a:t>
            </a:r>
            <a:r>
              <a:rPr lang="en-US" sz="2800" dirty="0" err="1">
                <a:solidFill>
                  <a:srgbClr val="FFFFFF"/>
                </a:solidFill>
              </a:rPr>
              <a:t>съм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на</a:t>
            </a:r>
            <a:r>
              <a:rPr lang="en-US" sz="2800" dirty="0">
                <a:solidFill>
                  <a:srgbClr val="FFFFFF"/>
                </a:solidFill>
              </a:rPr>
              <a:t> 22 </a:t>
            </a:r>
            <a:r>
              <a:rPr lang="en-US" sz="2800" dirty="0" err="1">
                <a:solidFill>
                  <a:srgbClr val="FFFFFF"/>
                </a:solidFill>
              </a:rPr>
              <a:t>години</a:t>
            </a:r>
            <a:r>
              <a:rPr lang="en-US" sz="2800" dirty="0">
                <a:solidFill>
                  <a:srgbClr val="FFFFFF"/>
                </a:solidFill>
              </a:rPr>
              <a:t>. </a:t>
            </a:r>
            <a:r>
              <a:rPr lang="en-US" sz="2800" dirty="0" err="1">
                <a:solidFill>
                  <a:srgbClr val="FFFFFF"/>
                </a:solidFill>
              </a:rPr>
              <a:t>Аз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съм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шофьор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на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такси</a:t>
            </a:r>
            <a:r>
              <a:rPr lang="en-US" sz="2800" dirty="0">
                <a:solidFill>
                  <a:srgbClr val="FFFFFF"/>
                </a:solidFill>
              </a:rPr>
              <a:t> и </a:t>
            </a:r>
            <a:r>
              <a:rPr lang="en-US" sz="2800" dirty="0" err="1">
                <a:solidFill>
                  <a:srgbClr val="FFFFFF"/>
                </a:solidFill>
              </a:rPr>
              <a:t>обичам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работата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си</a:t>
            </a:r>
            <a:r>
              <a:rPr lang="en-US" sz="2800" dirty="0">
                <a:solidFill>
                  <a:srgbClr val="FFFFFF"/>
                </a:solidFill>
              </a:rPr>
              <a:t>, </a:t>
            </a:r>
            <a:r>
              <a:rPr lang="en-US" sz="2800" dirty="0" err="1">
                <a:solidFill>
                  <a:srgbClr val="FFFFFF"/>
                </a:solidFill>
              </a:rPr>
              <a:t>защото</a:t>
            </a:r>
            <a:r>
              <a:rPr lang="en-US" sz="2800" dirty="0">
                <a:solidFill>
                  <a:srgbClr val="FFFFFF"/>
                </a:solidFill>
              </a:rPr>
              <a:t> е </a:t>
            </a:r>
            <a:r>
              <a:rPr lang="en-US" sz="2800" dirty="0" err="1">
                <a:solidFill>
                  <a:srgbClr val="FFFFFF"/>
                </a:solidFill>
              </a:rPr>
              <a:t>много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забавна</a:t>
            </a:r>
            <a:r>
              <a:rPr lang="en-US" sz="2800" dirty="0">
                <a:solidFill>
                  <a:srgbClr val="FFFFFF"/>
                </a:solidFill>
              </a:rPr>
              <a:t>. С </a:t>
            </a:r>
            <a:r>
              <a:rPr lang="en-US" sz="2800" dirty="0" err="1">
                <a:solidFill>
                  <a:srgbClr val="FFFFFF"/>
                </a:solidFill>
              </a:rPr>
              <a:t>парите</a:t>
            </a:r>
            <a:r>
              <a:rPr lang="en-US" sz="2800" dirty="0">
                <a:solidFill>
                  <a:srgbClr val="FFFFFF"/>
                </a:solidFill>
              </a:rPr>
              <a:t>, </a:t>
            </a:r>
            <a:r>
              <a:rPr lang="en-US" sz="2800" dirty="0" err="1">
                <a:solidFill>
                  <a:srgbClr val="FFFFFF"/>
                </a:solidFill>
              </a:rPr>
              <a:t>които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ще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спечеля</a:t>
            </a:r>
            <a:r>
              <a:rPr lang="en-US" sz="2800" dirty="0">
                <a:solidFill>
                  <a:srgbClr val="FFFFFF"/>
                </a:solidFill>
              </a:rPr>
              <a:t>, </a:t>
            </a:r>
            <a:r>
              <a:rPr lang="en-US" sz="2800" dirty="0" err="1">
                <a:solidFill>
                  <a:srgbClr val="FFFFFF"/>
                </a:solidFill>
              </a:rPr>
              <a:t>искам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да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посетя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Испания</a:t>
            </a:r>
            <a:r>
              <a:rPr lang="en-US" sz="2800" dirty="0">
                <a:solidFill>
                  <a:srgbClr val="FFFFFF"/>
                </a:solidFill>
              </a:rPr>
              <a:t>!</a:t>
            </a:r>
            <a:endParaRPr lang="en-US" sz="2800" dirty="0">
              <a:solidFill>
                <a:srgbClr val="FFFFFF"/>
              </a:solidFill>
              <a:cs typeface="Calibri"/>
            </a:endParaRPr>
          </a:p>
          <a:p>
            <a:endParaRPr lang="en-US" sz="2800" dirty="0">
              <a:solidFill>
                <a:srgbClr val="FFFFFF"/>
              </a:solidFill>
              <a:cs typeface="Calibri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Здравейте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казвам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Вито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и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съм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на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22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години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 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Работя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като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програмист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и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предлагам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услугите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на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обществеността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rgbClr val="FFFFFF"/>
              </a:solidFill>
              <a:cs typeface="Calibri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 -А,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значи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рекламирате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?</a:t>
            </a:r>
            <a:endParaRPr lang="en-US" sz="2800">
              <a:solidFill>
                <a:srgbClr val="FFFFFF"/>
              </a:solidFill>
              <a:cs typeface="Calibri" panose="020F0502020204030204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Хехехе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използвам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всяка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възможност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2800">
              <a:solidFill>
                <a:srgbClr val="FFFFFF"/>
              </a:solidFill>
              <a:cs typeface="Calibri" panose="020F0502020204030204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 -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Разбира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Защо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решихте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да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участвате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в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програмата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?</a:t>
            </a:r>
            <a:endParaRPr lang="en-US" sz="2800">
              <a:solidFill>
                <a:srgbClr val="FFFFFF"/>
              </a:solidFill>
              <a:cs typeface="Calibri" panose="020F0502020204030204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Реших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да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участвам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в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програмата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за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да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проверя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общата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култура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и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най-вече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да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забавлявам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2800">
              <a:solidFill>
                <a:srgbClr val="FFFFFF"/>
              </a:solidFill>
              <a:cs typeface="Calibri" panose="020F0502020204030204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 -А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какво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ще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направите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ако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спечелите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?</a:t>
            </a:r>
            <a:endParaRPr lang="en-US" sz="2800" dirty="0">
              <a:solidFill>
                <a:srgbClr val="FFFFFF"/>
              </a:solidFill>
              <a:cs typeface="Calibri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 -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Ще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си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купя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нова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кола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en-US" sz="2800" dirty="0">
              <a:solidFill>
                <a:srgbClr val="FFFFFF"/>
              </a:solidFill>
              <a:cs typeface="Calibri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Чудесно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желая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ви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късмет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7614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24B8E8-7B11-C624-5C1A-F94ABD7C45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12758-FE38-543E-6343-D0BF6DDD452C}"/>
              </a:ext>
            </a:extLst>
          </p:cNvPr>
          <p:cNvSpPr txBox="1"/>
          <p:nvPr/>
        </p:nvSpPr>
        <p:spPr>
          <a:xfrm>
            <a:off x="288472" y="869042"/>
            <a:ext cx="11705771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-</a:t>
            </a:r>
            <a:r>
              <a:rPr lang="en-US" sz="4000" dirty="0" err="1">
                <a:solidFill>
                  <a:srgbClr val="FFFFFF"/>
                </a:solidFill>
              </a:rPr>
              <a:t>Много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интересно</a:t>
            </a:r>
            <a:r>
              <a:rPr lang="en-US" sz="4000" dirty="0">
                <a:solidFill>
                  <a:srgbClr val="FFFFFF"/>
                </a:solidFill>
              </a:rPr>
              <a:t>. </a:t>
            </a:r>
            <a:r>
              <a:rPr lang="en-US" sz="4000" dirty="0" err="1">
                <a:solidFill>
                  <a:srgbClr val="FFFFFF"/>
                </a:solidFill>
              </a:rPr>
              <a:t>Нека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започнем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играта</a:t>
            </a:r>
            <a:r>
              <a:rPr lang="en-US" sz="4000" dirty="0">
                <a:solidFill>
                  <a:srgbClr val="FFFFFF"/>
                </a:solidFill>
              </a:rPr>
              <a:t>. </a:t>
            </a:r>
            <a:r>
              <a:rPr lang="en-US" sz="4000" dirty="0" err="1">
                <a:solidFill>
                  <a:srgbClr val="FFFFFF"/>
                </a:solidFill>
              </a:rPr>
              <a:t>Вяра</a:t>
            </a:r>
            <a:r>
              <a:rPr lang="en-US" sz="4000" dirty="0">
                <a:solidFill>
                  <a:srgbClr val="FFFFFF"/>
                </a:solidFill>
              </a:rPr>
              <a:t> и </a:t>
            </a:r>
            <a:r>
              <a:rPr lang="en-US" sz="4000" dirty="0" err="1">
                <a:solidFill>
                  <a:srgbClr val="FFFFFF"/>
                </a:solidFill>
              </a:rPr>
              <a:t>Мария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елате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тук</a:t>
            </a:r>
            <a:r>
              <a:rPr lang="en-US" sz="4000" dirty="0">
                <a:solidFill>
                  <a:srgbClr val="FFFFFF"/>
                </a:solidFill>
              </a:rPr>
              <a:t>. </a:t>
            </a:r>
            <a:r>
              <a:rPr lang="en-US" sz="4000" dirty="0" err="1">
                <a:solidFill>
                  <a:srgbClr val="FFFFFF"/>
                </a:solidFill>
              </a:rPr>
              <a:t>Ще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ви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задам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въпроса</a:t>
            </a:r>
            <a:r>
              <a:rPr lang="en-US" sz="4000" dirty="0">
                <a:solidFill>
                  <a:srgbClr val="FFFFFF"/>
                </a:solidFill>
              </a:rPr>
              <a:t> и </a:t>
            </a:r>
            <a:r>
              <a:rPr lang="en-US" sz="4000" dirty="0" err="1">
                <a:solidFill>
                  <a:srgbClr val="FFFFFF"/>
                </a:solidFill>
              </a:rPr>
              <a:t>първият</a:t>
            </a:r>
            <a:r>
              <a:rPr lang="en-US" sz="4000" dirty="0">
                <a:solidFill>
                  <a:srgbClr val="FFFFFF"/>
                </a:solidFill>
              </a:rPr>
              <a:t>, </a:t>
            </a:r>
            <a:r>
              <a:rPr lang="en-US" sz="4000" dirty="0" err="1">
                <a:solidFill>
                  <a:srgbClr val="FFFFFF"/>
                </a:solidFill>
              </a:rPr>
              <a:t>който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натисне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звънеца</a:t>
            </a:r>
            <a:r>
              <a:rPr lang="en-US" sz="4000" dirty="0">
                <a:solidFill>
                  <a:srgbClr val="FFFFFF"/>
                </a:solidFill>
              </a:rPr>
              <a:t>, </a:t>
            </a:r>
            <a:r>
              <a:rPr lang="en-US" sz="4000" dirty="0" err="1">
                <a:solidFill>
                  <a:srgbClr val="FFFFFF"/>
                </a:solidFill>
              </a:rPr>
              <a:t>ще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отговори</a:t>
            </a:r>
            <a:r>
              <a:rPr lang="en-US" sz="4000" dirty="0">
                <a:solidFill>
                  <a:srgbClr val="FFFFFF"/>
                </a:solidFill>
              </a:rPr>
              <a:t>. </a:t>
            </a:r>
            <a:r>
              <a:rPr lang="en-US" sz="4000" dirty="0" err="1">
                <a:solidFill>
                  <a:srgbClr val="FFFFFF"/>
                </a:solidFill>
              </a:rPr>
              <a:t>След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това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другият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участник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ще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отговори</a:t>
            </a:r>
            <a:r>
              <a:rPr lang="en-US" sz="4000" dirty="0">
                <a:solidFill>
                  <a:srgbClr val="FFFFFF"/>
                </a:solidFill>
              </a:rPr>
              <a:t> и </a:t>
            </a:r>
            <a:r>
              <a:rPr lang="en-US" sz="4000" dirty="0" err="1">
                <a:solidFill>
                  <a:srgbClr val="FFFFFF"/>
                </a:solidFill>
              </a:rPr>
              <a:t>който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даде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по-правилния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отговор</a:t>
            </a:r>
            <a:r>
              <a:rPr lang="en-US" sz="4000" dirty="0">
                <a:solidFill>
                  <a:srgbClr val="FFFFFF"/>
                </a:solidFill>
              </a:rPr>
              <a:t>, </a:t>
            </a:r>
            <a:r>
              <a:rPr lang="en-US" sz="4000" dirty="0" err="1">
                <a:solidFill>
                  <a:srgbClr val="FFFFFF"/>
                </a:solidFill>
              </a:rPr>
              <a:t>неговият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отбор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ще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отговаря</a:t>
            </a:r>
            <a:r>
              <a:rPr lang="en-US" sz="4000" dirty="0">
                <a:solidFill>
                  <a:srgbClr val="FFFFFF"/>
                </a:solidFill>
              </a:rPr>
              <a:t>.</a:t>
            </a:r>
          </a:p>
          <a:p>
            <a:endParaRPr lang="en-US" sz="40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Попитахме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сто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човека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: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От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страхуват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мъжете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но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искат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да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го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rgbClr val="FFFFFF"/>
                </a:solidFill>
                <a:ea typeface="+mn-lt"/>
                <a:cs typeface="+mn-lt"/>
              </a:rPr>
              <a:t>признаят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? </a:t>
            </a:r>
            <a:r>
              <a:rPr lang="en-US" sz="4000" dirty="0">
                <a:solidFill>
                  <a:srgbClr val="FFFFFF"/>
                </a:solidFill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45383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567B-693A-99F0-77C2-E6D78906A498}"/>
              </a:ext>
            </a:extLst>
          </p:cNvPr>
          <p:cNvSpPr txBox="1"/>
          <p:nvPr/>
        </p:nvSpPr>
        <p:spPr>
          <a:xfrm>
            <a:off x="79828" y="6856186"/>
            <a:ext cx="122228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567B-693A-99F0-77C2-E6D78906A498}"/>
              </a:ext>
            </a:extLst>
          </p:cNvPr>
          <p:cNvSpPr txBox="1"/>
          <p:nvPr/>
        </p:nvSpPr>
        <p:spPr>
          <a:xfrm>
            <a:off x="79828" y="6856186"/>
            <a:ext cx="122228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C6181-80F8-9DF4-BD7E-77D7327375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37C8C-3C45-4026-E4E4-45DE807B6742}"/>
              </a:ext>
            </a:extLst>
          </p:cNvPr>
          <p:cNvSpPr txBox="1"/>
          <p:nvPr/>
        </p:nvSpPr>
        <p:spPr>
          <a:xfrm>
            <a:off x="1990725" y="2200275"/>
            <a:ext cx="930592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Котки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endParaRPr lang="en-US" sz="40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Съмнявам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</a:p>
          <a:p>
            <a:pPr algn="l"/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4894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pic>
        <p:nvPicPr>
          <p:cNvPr id="2" name="Graphic 2" descr="Close with solid fill">
            <a:extLst>
              <a:ext uri="{FF2B5EF4-FFF2-40B4-BE49-F238E27FC236}">
                <a16:creationId xmlns:a16="http://schemas.microsoft.com/office/drawing/2014/main" id="{7487DF81-FE41-BEF1-29EE-40CFE76A3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2872" y="803730"/>
            <a:ext cx="4715328" cy="4742541"/>
          </a:xfrm>
          <a:prstGeom prst="rect">
            <a:avLst/>
          </a:prstGeom>
        </p:spPr>
      </p:pic>
      <p:pic>
        <p:nvPicPr>
          <p:cNvPr id="3" name="Buzzer Wrong Answer - Gaming Sound Effect (HD)">
            <a:hlinkClick r:id="" action="ppaction://media"/>
            <a:extLst>
              <a:ext uri="{FF2B5EF4-FFF2-40B4-BE49-F238E27FC236}">
                <a16:creationId xmlns:a16="http://schemas.microsoft.com/office/drawing/2014/main" id="{0EA3E55D-5F49-3505-9CAA-8341F08BF9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21106" y="279033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3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567B-693A-99F0-77C2-E6D78906A498}"/>
              </a:ext>
            </a:extLst>
          </p:cNvPr>
          <p:cNvSpPr txBox="1"/>
          <p:nvPr/>
        </p:nvSpPr>
        <p:spPr>
          <a:xfrm>
            <a:off x="79828" y="6856186"/>
            <a:ext cx="122228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EC6181-80F8-9DF4-BD7E-77D7327375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37C8C-3C45-4026-E4E4-45DE807B6742}"/>
              </a:ext>
            </a:extLst>
          </p:cNvPr>
          <p:cNvSpPr txBox="1"/>
          <p:nvPr/>
        </p:nvSpPr>
        <p:spPr>
          <a:xfrm>
            <a:off x="1781175" y="1438275"/>
            <a:ext cx="930592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мъжете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страхуват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котки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Мария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мислиш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Всеки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мъж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страхува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своята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жена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Вярно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е,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моят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съпруг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пример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114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pic>
        <p:nvPicPr>
          <p:cNvPr id="2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8DC07F10-8CD0-DFF9-FF22-D5EEEEAD5F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65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C43C9-1C8A-E728-1F17-F09AFE683AC2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98124-9673-63D3-32F4-B31EE04BF744}"/>
              </a:ext>
            </a:extLst>
          </p:cNvPr>
          <p:cNvSpPr txBox="1"/>
          <p:nvPr/>
        </p:nvSpPr>
        <p:spPr>
          <a:xfrm>
            <a:off x="1200150" y="1362075"/>
            <a:ext cx="930592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! 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Евгения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мислиш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страхуват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мъжете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страхуват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шефовете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Шефът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скоро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уволни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страхувам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защото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дава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достатъчно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пари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171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pic>
        <p:nvPicPr>
          <p:cNvPr id="3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81C62BAA-DCDE-91D3-D660-A0540D269D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67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FC4844-6F23-3317-C237-08EB48464916}"/>
              </a:ext>
            </a:extLst>
          </p:cNvPr>
          <p:cNvSpPr/>
          <p:nvPr/>
        </p:nvSpPr>
        <p:spPr>
          <a:xfrm>
            <a:off x="-1905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9022F-ABAF-6C87-61D1-1935DEA7D0CF}"/>
              </a:ext>
            </a:extLst>
          </p:cNvPr>
          <p:cNvSpPr txBox="1"/>
          <p:nvPr/>
        </p:nvSpPr>
        <p:spPr>
          <a:xfrm>
            <a:off x="1676400" y="1019175"/>
            <a:ext cx="930592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Тъй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компютърен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специалист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най-много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страхувам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интернетът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бъде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спрян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всички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нас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компютърни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специалисти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sz="160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2015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pic>
        <p:nvPicPr>
          <p:cNvPr id="4" name="Graphic 2" descr="Close with solid fill">
            <a:extLst>
              <a:ext uri="{FF2B5EF4-FFF2-40B4-BE49-F238E27FC236}">
                <a16:creationId xmlns:a16="http://schemas.microsoft.com/office/drawing/2014/main" id="{70E8F699-745D-4CAF-0FB6-4141AB1FA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2872" y="803730"/>
            <a:ext cx="4715328" cy="4742541"/>
          </a:xfrm>
          <a:prstGeom prst="rect">
            <a:avLst/>
          </a:prstGeom>
        </p:spPr>
      </p:pic>
      <p:pic>
        <p:nvPicPr>
          <p:cNvPr id="11" name="Buzzer Wrong Answer - Gaming Sound Effect (HD)">
            <a:hlinkClick r:id="" action="ppaction://media"/>
            <a:extLst>
              <a:ext uri="{FF2B5EF4-FFF2-40B4-BE49-F238E27FC236}">
                <a16:creationId xmlns:a16="http://schemas.microsoft.com/office/drawing/2014/main" id="{349A2B32-ED2D-F639-D1B9-6D2994633D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21106" y="279033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8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FC4844-6F23-3317-C237-08EB48464916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9022F-ABAF-6C87-61D1-1935DEA7D0CF}"/>
              </a:ext>
            </a:extLst>
          </p:cNvPr>
          <p:cNvSpPr txBox="1"/>
          <p:nvPr/>
        </p:nvSpPr>
        <p:spPr>
          <a:xfrm>
            <a:off x="1628775" y="695325"/>
            <a:ext cx="930592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 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Няма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Сега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следващия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отбор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Всеки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каже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а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капитанът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даде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окончателния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Змиите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страхувам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височини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И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отговорът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височини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Е,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така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5578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Височини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pic>
        <p:nvPicPr>
          <p:cNvPr id="3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81C62BAA-DCDE-91D3-D660-A0540D269D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9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Височини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338490" y="313418"/>
            <a:ext cx="951955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" sz="2800" dirty="0">
                <a:solidFill>
                  <a:schemeClr val="bg1"/>
                </a:solidFill>
                <a:latin typeface="Consolas"/>
              </a:rPr>
              <a:t>От какво се страхуват мъжете, но не искат да си го признаят?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Жена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си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Шефовете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си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cs typeface="Calibri" panose="020F0502020204030204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76AC3A-B69B-BA9C-ECA2-EF9F794C4300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E92056-8995-7245-8930-72606B870CBF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FA270-B584-61E1-DAAE-4DC246297EA6}"/>
              </a:ext>
            </a:extLst>
          </p:cNvPr>
          <p:cNvSpPr txBox="1"/>
          <p:nvPr/>
        </p:nvSpPr>
        <p:spPr>
          <a:xfrm>
            <a:off x="1743075" y="1381125"/>
            <a:ext cx="930592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Отборът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Вяра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печели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този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кръг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следващия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въпрос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Евгения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Благовест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започват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този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кръг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Попитахме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човека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36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67960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22BD7-EC8D-BA07-0AA6-192E51EA9D0F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5D509-F875-7953-650A-E6A33036C20D}"/>
              </a:ext>
            </a:extLst>
          </p:cNvPr>
          <p:cNvSpPr txBox="1"/>
          <p:nvPr/>
        </p:nvSpPr>
        <p:spPr>
          <a:xfrm>
            <a:off x="1752600" y="1828800"/>
            <a:ext cx="930592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ключовете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затова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моят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таблото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9676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Ключове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4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FF283764-16DF-393B-3DF0-26AC173FB3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3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Ключове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10225E-EDE5-1F97-A0D8-D515F5A7CCF0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89DE9-EEB6-DACA-235E-5AFFBB66839A}"/>
              </a:ext>
            </a:extLst>
          </p:cNvPr>
          <p:cNvSpPr txBox="1"/>
          <p:nvPr/>
        </p:nvSpPr>
        <p:spPr>
          <a:xfrm>
            <a:off x="1752600" y="1828800"/>
            <a:ext cx="930592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четвърта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позиция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Благовест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кажеш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времето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иииииии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...</a:t>
            </a:r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594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4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FF283764-16DF-393B-3DF0-26AC173FB3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09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Ключове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10225E-EDE5-1F97-A0D8-D515F5A7CCF0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89DE9-EEB6-DACA-235E-5AFFBB66839A}"/>
              </a:ext>
            </a:extLst>
          </p:cNvPr>
          <p:cNvSpPr txBox="1"/>
          <p:nvPr/>
        </p:nvSpPr>
        <p:spPr>
          <a:xfrm>
            <a:off x="1752600" y="1828800"/>
            <a:ext cx="93059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...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второ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място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Въпросът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отива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екипа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Вяра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Преслав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попитахме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човека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Документи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07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7" name="Graphic 2" descr="Close with solid fill">
            <a:extLst>
              <a:ext uri="{FF2B5EF4-FFF2-40B4-BE49-F238E27FC236}">
                <a16:creationId xmlns:a16="http://schemas.microsoft.com/office/drawing/2014/main" id="{BB096F0F-3CDC-F992-96E5-F962AD89E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2872" y="803730"/>
            <a:ext cx="4715328" cy="4742541"/>
          </a:xfrm>
          <a:prstGeom prst="rect">
            <a:avLst/>
          </a:prstGeom>
        </p:spPr>
      </p:pic>
      <p:pic>
        <p:nvPicPr>
          <p:cNvPr id="18" name="Buzzer Wrong Answer - Gaming Sound Effect (HD)">
            <a:hlinkClick r:id="" action="ppaction://media"/>
            <a:extLst>
              <a:ext uri="{FF2B5EF4-FFF2-40B4-BE49-F238E27FC236}">
                <a16:creationId xmlns:a16="http://schemas.microsoft.com/office/drawing/2014/main" id="{D08249AD-4E05-51AD-10EF-F0B9526A29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21106" y="2790337"/>
            <a:ext cx="730250" cy="73025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6D9CE03-FA34-3758-0494-5A580619AB6D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0" name="Graphic 20" descr="Close with solid fill">
            <a:extLst>
              <a:ext uri="{FF2B5EF4-FFF2-40B4-BE49-F238E27FC236}">
                <a16:creationId xmlns:a16="http://schemas.microsoft.com/office/drawing/2014/main" id="{F57595FE-0914-B922-1665-6643BE761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7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D9CE03-FA34-3758-0494-5A580619AB6D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0" name="Graphic 20" descr="Close with solid fill">
            <a:extLst>
              <a:ext uri="{FF2B5EF4-FFF2-40B4-BE49-F238E27FC236}">
                <a16:creationId xmlns:a16="http://schemas.microsoft.com/office/drawing/2014/main" id="{F57595FE-0914-B922-1665-6643BE761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B6A57A-093B-71EE-8891-07A255730DE5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DA95AD-61CC-1E11-CD05-30F9AC310F0F}"/>
              </a:ext>
            </a:extLst>
          </p:cNvPr>
          <p:cNvSpPr txBox="1"/>
          <p:nvPr/>
        </p:nvSpPr>
        <p:spPr>
          <a:xfrm>
            <a:off x="1752600" y="1828800"/>
            <a:ext cx="930592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Няма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Х.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Другият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отбор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съберете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! 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Вяра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парите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Аз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също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погледнееем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.... </a:t>
            </a:r>
            <a:endParaRPr lang="en-US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6765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4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FF283764-16DF-393B-3DF0-26AC173FB3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EDA2F8D2-8EFF-EE99-2272-72F33708F2CD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0" name="Graphic 20" descr="Close with solid fill">
            <a:extLst>
              <a:ext uri="{FF2B5EF4-FFF2-40B4-BE49-F238E27FC236}">
                <a16:creationId xmlns:a16="http://schemas.microsoft.com/office/drawing/2014/main" id="{50C606C0-2CA0-8700-0DE4-025F06589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70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A2F8D2-8EFF-EE99-2272-72F33708F2CD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0" name="Graphic 20" descr="Close with solid fill">
            <a:extLst>
              <a:ext uri="{FF2B5EF4-FFF2-40B4-BE49-F238E27FC236}">
                <a16:creationId xmlns:a16="http://schemas.microsoft.com/office/drawing/2014/main" id="{50C606C0-2CA0-8700-0DE4-025F06589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47F0E8-4028-FCD0-FC2E-62D6DC708DEB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20D5C6-9EF0-86F9-F846-076B54736A0F}"/>
              </a:ext>
            </a:extLst>
          </p:cNvPr>
          <p:cNvSpPr txBox="1"/>
          <p:nvPr/>
        </p:nvSpPr>
        <p:spPr>
          <a:xfrm>
            <a:off x="1676400" y="1647825"/>
            <a:ext cx="93059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топ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отново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Благовест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мислите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Може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чантата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ииииииии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....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774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7" name="Graphic 2" descr="Close with solid fill">
            <a:extLst>
              <a:ext uri="{FF2B5EF4-FFF2-40B4-BE49-F238E27FC236}">
                <a16:creationId xmlns:a16="http://schemas.microsoft.com/office/drawing/2014/main" id="{BB096F0F-3CDC-F992-96E5-F962AD89E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2872" y="803730"/>
            <a:ext cx="4715328" cy="4742541"/>
          </a:xfrm>
          <a:prstGeom prst="rect">
            <a:avLst/>
          </a:prstGeom>
        </p:spPr>
      </p:pic>
      <p:pic>
        <p:nvPicPr>
          <p:cNvPr id="18" name="Buzzer Wrong Answer - Gaming Sound Effect (HD)">
            <a:hlinkClick r:id="" action="ppaction://media"/>
            <a:extLst>
              <a:ext uri="{FF2B5EF4-FFF2-40B4-BE49-F238E27FC236}">
                <a16:creationId xmlns:a16="http://schemas.microsoft.com/office/drawing/2014/main" id="{D08249AD-4E05-51AD-10EF-F0B9526A29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21106" y="2790337"/>
            <a:ext cx="730250" cy="7302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E47F340-8AA0-6812-F31A-28E5074EE47E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9" name="Graphic 20" descr="Close with solid fill">
            <a:extLst>
              <a:ext uri="{FF2B5EF4-FFF2-40B4-BE49-F238E27FC236}">
                <a16:creationId xmlns:a16="http://schemas.microsoft.com/office/drawing/2014/main" id="{FB978C1F-D209-A8BC-D536-E4685D2BB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24AE91-C02F-5A91-AEE9-FE0DB34356D1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4" name="Graphic 20" descr="Close with solid fill">
            <a:extLst>
              <a:ext uri="{FF2B5EF4-FFF2-40B4-BE49-F238E27FC236}">
                <a16:creationId xmlns:a16="http://schemas.microsoft.com/office/drawing/2014/main" id="{37896B8A-583A-58EF-B98A-DDF189A5F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94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47F340-8AA0-6812-F31A-28E5074EE47E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9" name="Graphic 20" descr="Close with solid fill">
            <a:extLst>
              <a:ext uri="{FF2B5EF4-FFF2-40B4-BE49-F238E27FC236}">
                <a16:creationId xmlns:a16="http://schemas.microsoft.com/office/drawing/2014/main" id="{FB978C1F-D209-A8BC-D536-E4685D2BB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24AE91-C02F-5A91-AEE9-FE0DB34356D1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4" name="Graphic 20" descr="Close with solid fill">
            <a:extLst>
              <a:ext uri="{FF2B5EF4-FFF2-40B4-BE49-F238E27FC236}">
                <a16:creationId xmlns:a16="http://schemas.microsoft.com/office/drawing/2014/main" id="{37896B8A-583A-58EF-B98A-DDF189A5F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F11A54-167B-4D87-62E7-3A0312AB8ACA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752688-32C5-D40F-1842-A9721C0069E0}"/>
              </a:ext>
            </a:extLst>
          </p:cNvPr>
          <p:cNvSpPr txBox="1"/>
          <p:nvPr/>
        </p:nvSpPr>
        <p:spPr>
          <a:xfrm>
            <a:off x="1800225" y="1381125"/>
            <a:ext cx="930592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съжаление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няма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вторият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X.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Следващият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екип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Попитахме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човека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губим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най-често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Телефонът</a:t>
            </a:r>
            <a:endParaRPr lang="en-US" dirty="0" err="1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Децата</a:t>
            </a:r>
            <a:endParaRPr lang="en-US" dirty="0" err="1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капитанът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Мария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Съгласна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с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Евгения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казвам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деца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100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Деца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pic>
        <p:nvPicPr>
          <p:cNvPr id="4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FF283764-16DF-393B-3DF0-26AC173FB3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001071C-C872-0C1B-80C9-C4BE7F18067A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8" name="Graphic 20" descr="Close with solid fill">
            <a:extLst>
              <a:ext uri="{FF2B5EF4-FFF2-40B4-BE49-F238E27FC236}">
                <a16:creationId xmlns:a16="http://schemas.microsoft.com/office/drawing/2014/main" id="{107F2108-C6FD-6E40-5A04-BDE398AF9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31B1D8C0-E2CD-A2A9-A7C0-190F311276FD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3" name="Graphic 20" descr="Close with solid fill">
            <a:extLst>
              <a:ext uri="{FF2B5EF4-FFF2-40B4-BE49-F238E27FC236}">
                <a16:creationId xmlns:a16="http://schemas.microsoft.com/office/drawing/2014/main" id="{030EB2DF-1E17-228A-4559-4FD98512F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68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Пари</a:t>
            </a:r>
            <a:endParaRPr lang="en-US" sz="2400"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2599419" y="322489"/>
            <a:ext cx="95195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5400" dirty="0">
                <a:solidFill>
                  <a:schemeClr val="bg1"/>
                </a:solidFill>
                <a:latin typeface="Consolas"/>
              </a:rPr>
              <a:t>Какво често губим?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Време</a:t>
            </a:r>
            <a:endParaRPr lang="en-US" sz="2400">
              <a:cs typeface="Calibri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Деца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Ключове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86669A-2EDA-C258-5E43-928ABF9CCD8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01071C-C872-0C1B-80C9-C4BE7F18067A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8" name="Graphic 20" descr="Close with solid fill">
            <a:extLst>
              <a:ext uri="{FF2B5EF4-FFF2-40B4-BE49-F238E27FC236}">
                <a16:creationId xmlns:a16="http://schemas.microsoft.com/office/drawing/2014/main" id="{107F2108-C6FD-6E40-5A04-BDE398AF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31B1D8C0-E2CD-A2A9-A7C0-190F311276FD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3" name="Graphic 20" descr="Close with solid fill">
            <a:extLst>
              <a:ext uri="{FF2B5EF4-FFF2-40B4-BE49-F238E27FC236}">
                <a16:creationId xmlns:a16="http://schemas.microsoft.com/office/drawing/2014/main" id="{030EB2DF-1E17-228A-4559-4FD98512F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0BDBC77-D0F7-98C9-5947-1062B74DFFF3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55EB8-B5FA-2A65-5E42-836D6ED4E4DB}"/>
              </a:ext>
            </a:extLst>
          </p:cNvPr>
          <p:cNvSpPr txBox="1"/>
          <p:nvPr/>
        </p:nvSpPr>
        <p:spPr>
          <a:xfrm>
            <a:off x="1990725" y="1704975"/>
            <a:ext cx="930592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....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Има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отборът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Мария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печели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този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кръг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Продължаваме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с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петия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въпрос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Преслав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елате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тук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36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Попитахме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човека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харесва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една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жена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в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един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мъж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4299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6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2E79DD-AFD9-AC82-9AD2-D6504C84BFDB}"/>
              </a:ext>
            </a:extLst>
          </p:cNvPr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75DE7-3392-72B6-B6F7-48CDECB35466}"/>
              </a:ext>
            </a:extLst>
          </p:cNvPr>
          <p:cNvSpPr txBox="1"/>
          <p:nvPr/>
        </p:nvSpPr>
        <p:spPr>
          <a:xfrm>
            <a:off x="1990725" y="1704975"/>
            <a:ext cx="93059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важно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един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мъж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може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готви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окончателният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712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pic>
        <p:nvPicPr>
          <p:cNvPr id="7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DBDC87D6-F319-928F-3E7B-749F029FA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61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983EB9-9BB0-2982-8BF8-A5EE08231807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25F0B4-58BD-EEC5-6E96-00FF2E0A8CC5}"/>
              </a:ext>
            </a:extLst>
          </p:cNvPr>
          <p:cNvSpPr txBox="1"/>
          <p:nvPr/>
        </p:nvSpPr>
        <p:spPr>
          <a:xfrm>
            <a:off x="1714500" y="1343025"/>
            <a:ext cx="930592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Приемаме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умения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Сега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ред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Преслав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Според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мен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външният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най-важното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нещо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жените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Съгласен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знам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дали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таблото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3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6348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pic>
        <p:nvPicPr>
          <p:cNvPr id="7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DBDC87D6-F319-928F-3E7B-749F029FA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A73FCA-9C79-BDEE-B66F-3191A32822B6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E6CC20-395E-C3A8-88F7-00E09A4F182B}"/>
              </a:ext>
            </a:extLst>
          </p:cNvPr>
          <p:cNvSpPr txBox="1"/>
          <p:nvPr/>
        </p:nvSpPr>
        <p:spPr>
          <a:xfrm>
            <a:off x="1714500" y="2057400"/>
            <a:ext cx="930592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Въпросът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отива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екипа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Вяра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Капитане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мислите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sz="4000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 -В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един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мъж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най-много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харесва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автомобилът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В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евтини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коли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качвам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973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pic>
        <p:nvPicPr>
          <p:cNvPr id="18" name="Graphic 2" descr="Close with solid fill">
            <a:extLst>
              <a:ext uri="{FF2B5EF4-FFF2-40B4-BE49-F238E27FC236}">
                <a16:creationId xmlns:a16="http://schemas.microsoft.com/office/drawing/2014/main" id="{21EDFAA1-7530-D36C-3F11-BAEDB3F58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2872" y="803730"/>
            <a:ext cx="4715328" cy="4742541"/>
          </a:xfrm>
          <a:prstGeom prst="rect">
            <a:avLst/>
          </a:prstGeom>
        </p:spPr>
      </p:pic>
      <p:pic>
        <p:nvPicPr>
          <p:cNvPr id="23" name="Buzzer Wrong Answer - Gaming Sound Effect (HD)">
            <a:hlinkClick r:id="" action="ppaction://media"/>
            <a:extLst>
              <a:ext uri="{FF2B5EF4-FFF2-40B4-BE49-F238E27FC236}">
                <a16:creationId xmlns:a16="http://schemas.microsoft.com/office/drawing/2014/main" id="{C87350E9-455C-4D61-A36D-A91AEED180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21106" y="279033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80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FDFF99-CDBE-EB03-AEF4-2F4D4C11D4B2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5F2A7C-4D50-0AF6-DB3C-A86056A6A6DC}"/>
              </a:ext>
            </a:extLst>
          </p:cNvPr>
          <p:cNvSpPr txBox="1"/>
          <p:nvPr/>
        </p:nvSpPr>
        <p:spPr>
          <a:xfrm>
            <a:off x="1266825" y="647700"/>
            <a:ext cx="9305925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борда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Другият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отбор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Съберете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отново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Сега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ред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Благовест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Попитахме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сно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човека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харесва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една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жена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в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един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мъж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?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Мисля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жените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са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алчни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Затова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моят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пари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Приемам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като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обида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dirty="0">
              <a:solidFill>
                <a:schemeClr val="bg1"/>
              </a:solidFill>
              <a:cs typeface="Calibri"/>
            </a:endParaRPr>
          </a:p>
          <a:p>
            <a:endParaRPr lang="en-US" sz="40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6369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Парите</a:t>
            </a:r>
            <a:endParaRPr lang="en-US" dirty="0" err="1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pic>
        <p:nvPicPr>
          <p:cNvPr id="7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DBDC87D6-F319-928F-3E7B-749F029FA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2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400" dirty="0">
              <a:cs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Парите</a:t>
            </a:r>
            <a:endParaRPr lang="en-US" dirty="0" err="1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49AE8AB-DB5C-2B99-A694-51124042CBFE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0CF534-D780-0535-2045-E88476071651}"/>
              </a:ext>
            </a:extLst>
          </p:cNvPr>
          <p:cNvSpPr txBox="1"/>
          <p:nvPr/>
        </p:nvSpPr>
        <p:spPr>
          <a:xfrm>
            <a:off x="1276350" y="0"/>
            <a:ext cx="9305925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Преслав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мислиш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 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знам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 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Ясно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този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таблета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така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че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преминаваме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към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другия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отбор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Вито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сега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твой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ред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Какъв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твоят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отговор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Мъжът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трябва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бъде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мил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Евгения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Той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също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трябва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щедър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Капитане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какво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ще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кажеш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?</a:t>
            </a:r>
            <a:endParaRPr lang="en-US" sz="3600">
              <a:solidFill>
                <a:schemeClr val="bg1"/>
              </a:solidFill>
              <a:cs typeface="Calibri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В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този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случай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характерът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мъжа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е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най-важното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нещо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за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една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жена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-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600" err="1">
                <a:solidFill>
                  <a:schemeClr val="bg1"/>
                </a:solidFill>
                <a:ea typeface="+mn-lt"/>
                <a:cs typeface="+mn-lt"/>
              </a:rPr>
              <a:t>видим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372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Характера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му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Парите</a:t>
            </a:r>
            <a:endParaRPr lang="en-US" dirty="0" err="1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pic>
        <p:nvPicPr>
          <p:cNvPr id="7" name="Correct Answer Sound Effect _ NO COPYRIGHT 🎤🎶">
            <a:hlinkClick r:id="" action="ppaction://media"/>
            <a:extLst>
              <a:ext uri="{FF2B5EF4-FFF2-40B4-BE49-F238E27FC236}">
                <a16:creationId xmlns:a16="http://schemas.microsoft.com/office/drawing/2014/main" id="{DBDC87D6-F319-928F-3E7B-749F029FA5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30875" y="30638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97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B66A8-1C3A-DACF-5208-8FF164F1A4FE}"/>
              </a:ext>
            </a:extLst>
          </p:cNvPr>
          <p:cNvSpPr/>
          <p:nvPr/>
        </p:nvSpPr>
        <p:spPr>
          <a:xfrm>
            <a:off x="2255156" y="148408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Характера</a:t>
            </a:r>
            <a:r>
              <a:rPr lang="en-US" sz="2400" dirty="0">
                <a:cs typeface="Calibri" panose="020F0502020204030204"/>
              </a:rPr>
              <a:t> </a:t>
            </a:r>
            <a:r>
              <a:rPr lang="en-US" sz="2400" dirty="0" err="1">
                <a:cs typeface="Calibri" panose="020F0502020204030204"/>
              </a:rPr>
              <a:t>му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7B91AF-64EB-CAAA-79F9-F515C0E189A3}"/>
              </a:ext>
            </a:extLst>
          </p:cNvPr>
          <p:cNvSpPr/>
          <p:nvPr/>
        </p:nvSpPr>
        <p:spPr>
          <a:xfrm>
            <a:off x="7271657" y="5402942"/>
            <a:ext cx="3365499" cy="9252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BC493-60B9-2DC9-E398-C187902E2FB5}"/>
              </a:ext>
            </a:extLst>
          </p:cNvPr>
          <p:cNvSpPr/>
          <p:nvPr/>
        </p:nvSpPr>
        <p:spPr>
          <a:xfrm>
            <a:off x="1556657" y="5402943"/>
            <a:ext cx="3365499" cy="92528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5FEE-7E4E-6D0A-17B9-E612A5A1512F}"/>
              </a:ext>
            </a:extLst>
          </p:cNvPr>
          <p:cNvSpPr/>
          <p:nvPr/>
        </p:nvSpPr>
        <p:spPr>
          <a:xfrm>
            <a:off x="1202872" y="322944"/>
            <a:ext cx="9778999" cy="925285"/>
          </a:xfrm>
          <a:prstGeom prst="roundRect">
            <a:avLst/>
          </a:prstGeom>
          <a:ln w="12700"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2F1E9-B105-4C15-62BA-447044C6819C}"/>
              </a:ext>
            </a:extLst>
          </p:cNvPr>
          <p:cNvSpPr txBox="1"/>
          <p:nvPr/>
        </p:nvSpPr>
        <p:spPr>
          <a:xfrm>
            <a:off x="1501776" y="431346"/>
            <a:ext cx="9519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bg" sz="4000" dirty="0">
                <a:solidFill>
                  <a:schemeClr val="bg1"/>
                </a:solidFill>
                <a:latin typeface="Consolas"/>
              </a:rPr>
              <a:t>Какво харесва жената в един мъж?</a:t>
            </a:r>
            <a:endParaRPr lang="en-US" sz="4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EEFB93-67CB-042F-A4BE-3D52862242C0}"/>
              </a:ext>
            </a:extLst>
          </p:cNvPr>
          <p:cNvSpPr/>
          <p:nvPr/>
        </p:nvSpPr>
        <p:spPr>
          <a:xfrm>
            <a:off x="515256" y="5141685"/>
            <a:ext cx="1369785" cy="1369785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958B457-4E63-17CD-2BE9-A5C5AD6A2579}"/>
              </a:ext>
            </a:extLst>
          </p:cNvPr>
          <p:cNvSpPr/>
          <p:nvPr/>
        </p:nvSpPr>
        <p:spPr>
          <a:xfrm>
            <a:off x="10294255" y="5141684"/>
            <a:ext cx="1369785" cy="1369785"/>
          </a:xfrm>
          <a:prstGeom prst="flowChartConnec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E1780-EA1B-EC4E-E57A-EC8481C34FFF}"/>
              </a:ext>
            </a:extLst>
          </p:cNvPr>
          <p:cNvSpPr txBox="1"/>
          <p:nvPr/>
        </p:nvSpPr>
        <p:spPr>
          <a:xfrm>
            <a:off x="914399" y="5359399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3B3A53-CE0D-BAFA-0438-2F0E56882D7D}"/>
              </a:ext>
            </a:extLst>
          </p:cNvPr>
          <p:cNvSpPr txBox="1"/>
          <p:nvPr/>
        </p:nvSpPr>
        <p:spPr>
          <a:xfrm>
            <a:off x="10684327" y="5359398"/>
            <a:ext cx="80191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dirty="0">
                <a:solidFill>
                  <a:schemeClr val="bg1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7771-B96E-C9C5-4968-E0D709435003}"/>
              </a:ext>
            </a:extLst>
          </p:cNvPr>
          <p:cNvSpPr txBox="1"/>
          <p:nvPr/>
        </p:nvSpPr>
        <p:spPr>
          <a:xfrm>
            <a:off x="1885043" y="554082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 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12C3D-9E16-C617-7F07-DFA481B5F6F0}"/>
              </a:ext>
            </a:extLst>
          </p:cNvPr>
          <p:cNvSpPr txBox="1"/>
          <p:nvPr/>
        </p:nvSpPr>
        <p:spPr>
          <a:xfrm>
            <a:off x="7554685" y="554082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Семейство</a:t>
            </a:r>
            <a:r>
              <a:rPr lang="en-US" sz="3600" dirty="0">
                <a:solidFill>
                  <a:schemeClr val="bg1"/>
                </a:solidFill>
              </a:rPr>
              <a:t> 2</a:t>
            </a:r>
            <a:endParaRPr lang="en-US" sz="3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C6DB6CC-0F9D-BD16-0803-527D7749CB6C}"/>
              </a:ext>
            </a:extLst>
          </p:cNvPr>
          <p:cNvSpPr/>
          <p:nvPr/>
        </p:nvSpPr>
        <p:spPr>
          <a:xfrm>
            <a:off x="1794328" y="148589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A654AA-5CF2-3E16-8E1F-E79688236E8B}"/>
              </a:ext>
            </a:extLst>
          </p:cNvPr>
          <p:cNvSpPr/>
          <p:nvPr/>
        </p:nvSpPr>
        <p:spPr>
          <a:xfrm>
            <a:off x="9720943" y="150222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B7B159-E0D7-4497-12F3-841E73F82B39}"/>
              </a:ext>
            </a:extLst>
          </p:cNvPr>
          <p:cNvSpPr txBox="1"/>
          <p:nvPr/>
        </p:nvSpPr>
        <p:spPr>
          <a:xfrm>
            <a:off x="1912257" y="154939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637BA-1843-E10F-B345-B3FC459551C7}"/>
              </a:ext>
            </a:extLst>
          </p:cNvPr>
          <p:cNvSpPr/>
          <p:nvPr/>
        </p:nvSpPr>
        <p:spPr>
          <a:xfrm>
            <a:off x="2255155" y="2200728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Външния</a:t>
            </a:r>
            <a:r>
              <a:rPr lang="en-US" sz="2400" dirty="0">
                <a:cs typeface="Calibri" panose="020F0502020204030204"/>
              </a:rPr>
              <a:t> </a:t>
            </a:r>
            <a:r>
              <a:rPr lang="en-US" sz="2400" dirty="0" err="1">
                <a:cs typeface="Calibri" panose="020F0502020204030204"/>
              </a:rPr>
              <a:t>вид</a:t>
            </a:r>
            <a:endParaRPr lang="en-US" dirty="0" err="1">
              <a:cs typeface="Calibri" panose="020F0502020204030204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83B2360-020C-93F6-1495-765F016FCF41}"/>
              </a:ext>
            </a:extLst>
          </p:cNvPr>
          <p:cNvSpPr/>
          <p:nvPr/>
        </p:nvSpPr>
        <p:spPr>
          <a:xfrm>
            <a:off x="1794327" y="2202541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BBEEBD-73A5-77DF-E1B4-25616CE46901}"/>
              </a:ext>
            </a:extLst>
          </p:cNvPr>
          <p:cNvSpPr/>
          <p:nvPr/>
        </p:nvSpPr>
        <p:spPr>
          <a:xfrm>
            <a:off x="9720942" y="2218871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33057F-6471-8D80-D3D7-1FDD781AFAF5}"/>
              </a:ext>
            </a:extLst>
          </p:cNvPr>
          <p:cNvSpPr txBox="1"/>
          <p:nvPr/>
        </p:nvSpPr>
        <p:spPr>
          <a:xfrm>
            <a:off x="1912256" y="2266041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87C819-BD55-EE13-4103-1FD923720674}"/>
              </a:ext>
            </a:extLst>
          </p:cNvPr>
          <p:cNvSpPr/>
          <p:nvPr/>
        </p:nvSpPr>
        <p:spPr>
          <a:xfrm>
            <a:off x="2255154" y="289015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EB50786-5E5A-9267-75FE-9BBF3E2011FE}"/>
              </a:ext>
            </a:extLst>
          </p:cNvPr>
          <p:cNvSpPr/>
          <p:nvPr/>
        </p:nvSpPr>
        <p:spPr>
          <a:xfrm>
            <a:off x="1794326" y="289196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D065EB-53FA-BA7E-7E50-E0D7FFD8E5AE}"/>
              </a:ext>
            </a:extLst>
          </p:cNvPr>
          <p:cNvSpPr/>
          <p:nvPr/>
        </p:nvSpPr>
        <p:spPr>
          <a:xfrm>
            <a:off x="9720941" y="290829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BBFBF8-48DF-B470-C7EE-6DC5C8FBAE5E}"/>
              </a:ext>
            </a:extLst>
          </p:cNvPr>
          <p:cNvSpPr txBox="1"/>
          <p:nvPr/>
        </p:nvSpPr>
        <p:spPr>
          <a:xfrm>
            <a:off x="1912255" y="295546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84CD9A-FD95-F67F-73DC-76EFDAAA1A22}"/>
              </a:ext>
            </a:extLst>
          </p:cNvPr>
          <p:cNvSpPr/>
          <p:nvPr/>
        </p:nvSpPr>
        <p:spPr>
          <a:xfrm>
            <a:off x="2264225" y="3643084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/>
              </a:rPr>
              <a:t>Умението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да</a:t>
            </a:r>
            <a:r>
              <a:rPr lang="en-US" sz="2400" dirty="0">
                <a:cs typeface="Calibri"/>
              </a:rPr>
              <a:t> </a:t>
            </a:r>
            <a:r>
              <a:rPr lang="en-US" sz="2400" dirty="0" err="1">
                <a:cs typeface="Calibri"/>
              </a:rPr>
              <a:t>готви</a:t>
            </a:r>
            <a:endParaRPr lang="en-US" sz="2400">
              <a:cs typeface="Calibri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D3BF8D2D-6AE8-CBB0-1FD3-F5F36B7770D7}"/>
              </a:ext>
            </a:extLst>
          </p:cNvPr>
          <p:cNvSpPr/>
          <p:nvPr/>
        </p:nvSpPr>
        <p:spPr>
          <a:xfrm>
            <a:off x="1803397" y="3644897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D0813CD-A3C3-0AC0-7986-C25C470CFB7D}"/>
              </a:ext>
            </a:extLst>
          </p:cNvPr>
          <p:cNvSpPr/>
          <p:nvPr/>
        </p:nvSpPr>
        <p:spPr>
          <a:xfrm>
            <a:off x="9730012" y="3661227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7A966-57F2-D833-1078-008746247669}"/>
              </a:ext>
            </a:extLst>
          </p:cNvPr>
          <p:cNvSpPr txBox="1"/>
          <p:nvPr/>
        </p:nvSpPr>
        <p:spPr>
          <a:xfrm>
            <a:off x="1921326" y="3708397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79F48F-B4EB-4DD5-379A-C7C43B227656}"/>
              </a:ext>
            </a:extLst>
          </p:cNvPr>
          <p:cNvSpPr/>
          <p:nvPr/>
        </p:nvSpPr>
        <p:spPr>
          <a:xfrm>
            <a:off x="2273296" y="4359726"/>
            <a:ext cx="7647215" cy="52614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dirty="0" err="1">
                <a:cs typeface="Calibri" panose="020F0502020204030204"/>
              </a:rPr>
              <a:t>Парите</a:t>
            </a:r>
            <a:endParaRPr lang="en-US" dirty="0" err="1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1EA6748-690F-1ACF-FB77-A9D058891595}"/>
              </a:ext>
            </a:extLst>
          </p:cNvPr>
          <p:cNvSpPr/>
          <p:nvPr/>
        </p:nvSpPr>
        <p:spPr>
          <a:xfrm>
            <a:off x="1812468" y="4361539"/>
            <a:ext cx="517071" cy="526142"/>
          </a:xfrm>
          <a:prstGeom prst="flowChartConnector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639908-1627-2CDD-8E98-61652D441642}"/>
              </a:ext>
            </a:extLst>
          </p:cNvPr>
          <p:cNvSpPr/>
          <p:nvPr/>
        </p:nvSpPr>
        <p:spPr>
          <a:xfrm>
            <a:off x="9739083" y="4377869"/>
            <a:ext cx="916214" cy="49892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DE4D55-302C-4B0F-5E73-47C0ABAC7162}"/>
              </a:ext>
            </a:extLst>
          </p:cNvPr>
          <p:cNvSpPr txBox="1"/>
          <p:nvPr/>
        </p:nvSpPr>
        <p:spPr>
          <a:xfrm>
            <a:off x="1930397" y="4425039"/>
            <a:ext cx="6930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B69364-CC0A-4F57-10B5-0ADB042F4895}"/>
              </a:ext>
            </a:extLst>
          </p:cNvPr>
          <p:cNvSpPr/>
          <p:nvPr/>
        </p:nvSpPr>
        <p:spPr>
          <a:xfrm>
            <a:off x="5539014" y="5312229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200" dirty="0">
                <a:ea typeface="Calibri"/>
                <a:cs typeface="Calibri"/>
              </a:rPr>
              <a:t>3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1BD8D7-EDDF-5234-0A4F-06F7AA1821BC}"/>
              </a:ext>
            </a:extLst>
          </p:cNvPr>
          <p:cNvSpPr/>
          <p:nvPr/>
        </p:nvSpPr>
        <p:spPr>
          <a:xfrm>
            <a:off x="214783" y="1297075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11" name="Graphic 20" descr="Close with solid fill">
            <a:extLst>
              <a:ext uri="{FF2B5EF4-FFF2-40B4-BE49-F238E27FC236}">
                <a16:creationId xmlns:a16="http://schemas.microsoft.com/office/drawing/2014/main" id="{5ADD4E91-EB21-328F-3802-7AB290F0F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389185"/>
            <a:ext cx="914400" cy="9144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C017A852-4FFE-C68F-1E13-CD5F8CC4F515}"/>
              </a:ext>
            </a:extLst>
          </p:cNvPr>
          <p:cNvSpPr/>
          <p:nvPr/>
        </p:nvSpPr>
        <p:spPr>
          <a:xfrm>
            <a:off x="210875" y="2563167"/>
            <a:ext cx="1106713" cy="1106713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7200" dirty="0">
              <a:ea typeface="Calibri"/>
              <a:cs typeface="Calibri"/>
            </a:endParaRPr>
          </a:p>
        </p:txBody>
      </p:sp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FF742366-E7C0-E0E2-73C9-1633B314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92" y="265527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C015422-46AD-D931-98D5-DAEA9304DFAF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000000">
              <a:alpha val="63000"/>
            </a:srgb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8EAB2E-D2FF-4BDE-7B12-6ADD21B8AF9E}"/>
              </a:ext>
            </a:extLst>
          </p:cNvPr>
          <p:cNvSpPr txBox="1"/>
          <p:nvPr/>
        </p:nvSpPr>
        <p:spPr>
          <a:xfrm>
            <a:off x="1504950" y="2343150"/>
            <a:ext cx="930592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Много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добре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Отборът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на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Мария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печели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играта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 А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вие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продължавате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да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+mn-lt"/>
                <a:cs typeface="+mn-lt"/>
              </a:rPr>
              <a:t>гледате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154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7C10AC34-CAC1-3D63-074A-AC4A91D4E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45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>
        <p:fade thruBlk="1"/>
      </p:transition>
    </mc:Choice>
    <mc:Fallback xmlns=""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731</cp:revision>
  <dcterms:created xsi:type="dcterms:W3CDTF">2022-05-08T19:08:44Z</dcterms:created>
  <dcterms:modified xsi:type="dcterms:W3CDTF">2022-06-02T20:01:13Z</dcterms:modified>
</cp:coreProperties>
</file>